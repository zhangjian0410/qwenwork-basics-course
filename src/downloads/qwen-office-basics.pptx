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qwen-office-basics</dc:title>
  <dc:subject/>
  <dc:creator>AI经营交付效能专项组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